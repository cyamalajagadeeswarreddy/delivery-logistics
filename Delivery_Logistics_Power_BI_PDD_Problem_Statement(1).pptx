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DELIVERY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6B6D4"/>
                </a:solidFill>
                <a:latin typeface="Aptos"/>
              </a:rPr>
              <a:t>Project Definition Document (PDD)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CE6F5"/>
                </a:solidFill>
                <a:latin typeface="Aptos"/>
              </a:rPr>
              <a:t>Power BI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C8DC"/>
                </a:solidFill>
                <a:latin typeface="Aptos"/>
              </a:rPr>
              <a:t>Data: Delivery Logistics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Understanding the business context of the delivery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Business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Last-mile / delivery logistics operations. The data records delivery partners, vehicles, distance, package weight, time, delays, ratings and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64008" cy="1965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Data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Analyze operational performance and identify factors related to delivery time, delays, cost and customer rating.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71600"/>
            <a:ext cx="64008" cy="1965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BI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38528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Build an interactive Power BI dashboard that converts delivery records into actionable operational insights.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Dataset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Delivery ID and delivery partner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Package, vehicle and delivery mode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Region and weather condition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Distance, package weight and delivery time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Expected time, delay, status, rating and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What problem are we trying to 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F38"/>
                </a:solidFill>
                <a:latin typeface="Aptos"/>
              </a:rPr>
              <a:t>The delivery operation generates data, but raw records do not directly explain where performance problems occur.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64008" cy="2057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587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Problem 01 —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90088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Identify how frequently deliveries are delayed and which regions, partners, vehicles or weather conditions are associated with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4231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242316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587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Problem 02 —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90088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Compare actual delivery time with expected time to understand on-time performance and delivery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4231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2423160"/>
            <a:ext cx="64008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587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Problem 03 —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990088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Understand delivery cost in relation to distance, package weight, vehicle type and delivery mode.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Aptos"/>
              </a:rPr>
              <a:t>Core question: How can delivery performance, efficiency and cost be monitored and improved using data?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3.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Questions the Power BI dashboard should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How many deliveries are completed and how many are delayed?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Which regions have the highest delivery volume and delay rate?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Which delivery partners perform better on time and rating?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Which vehicle types or delivery modes have higher cost?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Does distance affect delivery time and delivery cost?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Which weather conditions are associated with more delays?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Which package types are heavier or more expensive to deliver?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What is the overall on-time percentage and average delivery rating?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4. Data Preparation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Transform raw logistics data into analysis-ready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Trim and standardize text categories; validate numeric fields; check missing values and duplicates.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Derived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Create distance, weight, cost, rating, delay and performance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64008" cy="187451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Time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9280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Calculate actual vs expected time difference and delivery efficiency.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64008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DAX 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3308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Create KPI measures for volume, cost, distance, time, rating and delay.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56616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Check unusual values such as negative distance/cost, invalid ratings and unexpected statuses.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5661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566160"/>
            <a:ext cx="64008" cy="187451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133087"/>
            <a:ext cx="310896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Provide a reliable data model for interactive Power BI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9. Expected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What the dashboard should help the business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Identify regions and delivery partners with higher delay rates.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Measure whether actual delivery time is meeting expected time.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Find cost patterns across distance, vehicle type and delivery mode.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Understand whether weather conditions coincide with delivery delays.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Compare package types by volume, weight, cost and delivery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Monitor service quality using delivery rating and on-time percentage.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Support operational decisions using a single interactive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The dashboard should report what the data shows; conclusions should be validated against the cleaned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DELIVERY LOGISTICS — PDD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ptos"/>
              </a:rPr>
              <a:t>Problem → Data Preparation → KPIs → Dashboard →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6F5"/>
                </a:solidFill>
                <a:latin typeface="Aptos"/>
              </a:rPr>
              <a:t>A Power BI project for monitoring delivery performance, efficiency and operational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591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HI</cp:lastModifiedBy>
  <cp:revision>3</cp:revision>
  <dcterms:created xsi:type="dcterms:W3CDTF">2013-01-27T09:14:16Z</dcterms:created>
  <dcterms:modified xsi:type="dcterms:W3CDTF">2026-10-05T04:32:51Z</dcterms:modified>
  <cp:category/>
</cp:coreProperties>
</file>